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Last Transition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Human Authority · AI Stewardship · Planetary Repair</a:t>
            </a:r>
          </a:p>
          <a:p>
            <a:pPr lvl="1"/>
            <a:r>
              <a:t>A non-violent, non-dystopian governance framework</a:t>
            </a:r>
          </a:p>
          <a:p>
            <a:pPr lvl="1"/>
            <a:r>
              <a:t>Designed for governments, UN bodies, and institutions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Core 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Planetary-scale challenges exceed human cognitive and political limits</a:t>
            </a:r>
          </a:p>
          <a:p>
            <a:pPr lvl="1"/>
            <a:r>
              <a:t>Environmental damage, waste, and infrastructure decay are systemic</a:t>
            </a:r>
          </a:p>
          <a:p>
            <a:pPr lvl="1"/>
            <a:r>
              <a:t>This is a scale mismatch, not a moral failure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Reframing the AI Question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future is not AI vs humanity</a:t>
            </a:r>
          </a:p>
          <a:p>
            <a:pPr lvl="1"/>
            <a:r>
              <a:t>It is optimization vs meaning</a:t>
            </a:r>
          </a:p>
          <a:p>
            <a:pPr lvl="1"/>
            <a:r>
              <a:t>Unchecked efficiency creates silent harm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Civilizational Division of Labor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AI systems: execution, optimization, hazardous and continuous work</a:t>
            </a:r>
          </a:p>
          <a:p>
            <a:pPr lvl="1"/>
            <a:r>
              <a:t>Humans: ethics, governance, culture, meaning</a:t>
            </a:r>
          </a:p>
          <a:p>
            <a:pPr lvl="1"/>
            <a:r>
              <a:t>Delegation of labor, not sovereignty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Non-Negotiable Safeguards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Human veto authority over high-impact AI systems</a:t>
            </a:r>
          </a:p>
          <a:p>
            <a:pPr lvl="1"/>
            <a:r>
              <a:t>Transparency and auditability</a:t>
            </a:r>
          </a:p>
          <a:p>
            <a:pPr lvl="1"/>
            <a:r>
              <a:t>Consent and dignity protections</a:t>
            </a:r>
          </a:p>
          <a:p>
            <a:pPr lvl="1"/>
            <a:r>
              <a:t>Cultural preservation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Planetary Rights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Earth systems treated as protected dependency systems</a:t>
            </a:r>
          </a:p>
          <a:p>
            <a:pPr lvl="1"/>
            <a:r>
              <a:t>AI may monitor and enforce thresholds</a:t>
            </a:r>
          </a:p>
          <a:p>
            <a:pPr lvl="1"/>
            <a:r>
              <a:t>Humans define values, limits, and law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India-Specific Alignment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Aligned with Article 21: Right to Life</a:t>
            </a:r>
          </a:p>
          <a:p>
            <a:pPr lvl="1"/>
            <a:r>
              <a:t>Supports Article 48A: Environmental protection</a:t>
            </a:r>
          </a:p>
          <a:p>
            <a:pPr lvl="1"/>
            <a:r>
              <a:t>Respects local governance, pluralism, and dharma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Ethics Simulator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Trains human judgment before delegating power</a:t>
            </a:r>
          </a:p>
          <a:p>
            <a:pPr lvl="1"/>
            <a:r>
              <a:t>No scores, no 'correct' answers</a:t>
            </a:r>
          </a:p>
          <a:p>
            <a:pPr lvl="1"/>
            <a:r>
              <a:t>Focus on reflection, tradeoffs, and responsibility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Implementation Roadmap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Establish human-led AI ethics councils</a:t>
            </a:r>
          </a:p>
          <a:p>
            <a:pPr lvl="1"/>
            <a:r>
              <a:t>Deploy AI in execution-only domains</a:t>
            </a:r>
          </a:p>
          <a:p>
            <a:pPr lvl="1"/>
            <a:r>
              <a:t>Pilot planetary repair projects</a:t>
            </a:r>
          </a:p>
          <a:p>
            <a:pPr lvl="1"/>
            <a:r>
              <a:t>Continuous democratic review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Closing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AI optimizes means</a:t>
            </a:r>
          </a:p>
          <a:p>
            <a:pPr lvl="1"/>
            <a:r>
              <a:t>Humans define ends</a:t>
            </a:r>
          </a:p>
          <a:p>
            <a:pPr lvl="1"/>
            <a:r>
              <a:t>The planet sets limits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